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2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6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3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6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8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7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2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562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42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84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35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4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70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696" y="984107"/>
            <a:ext cx="5826719" cy="1646302"/>
          </a:xfrm>
        </p:spPr>
        <p:txBody>
          <a:bodyPr/>
          <a:lstStyle/>
          <a:p>
            <a:r>
              <a:rPr lang="ru-RU" sz="2400" dirty="0"/>
              <a:t>Курсовой проект по </a:t>
            </a:r>
            <a:r>
              <a:rPr lang="en-US" sz="2400" dirty="0"/>
              <a:t>web</a:t>
            </a:r>
            <a:r>
              <a:rPr lang="ru-RU" sz="2400" dirty="0"/>
              <a:t> на тему:</a:t>
            </a:r>
            <a:br>
              <a:rPr lang="ru-RU" sz="2400" dirty="0"/>
            </a:br>
            <a:r>
              <a:rPr lang="ru-RU" sz="2400" dirty="0"/>
              <a:t>Разработка единой системы поддержки пользователей (</a:t>
            </a:r>
            <a:r>
              <a:rPr lang="ru-RU" sz="2400" dirty="0" err="1"/>
              <a:t>Helpdesk</a:t>
            </a:r>
            <a:r>
              <a:rPr lang="ru-RU" sz="2400" dirty="0"/>
              <a:t> </a:t>
            </a:r>
            <a:r>
              <a:rPr lang="ru-RU" sz="2400" dirty="0" err="1"/>
              <a:t>System</a:t>
            </a:r>
            <a:r>
              <a:rPr lang="ru-RU" sz="2400" dirty="0"/>
              <a:t>) на основе фреймворка </a:t>
            </a:r>
            <a:r>
              <a:rPr lang="ru-RU" sz="2400" dirty="0" err="1"/>
              <a:t>Laravel</a:t>
            </a:r>
            <a:endParaRPr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0696" y="2821784"/>
            <a:ext cx="5826719" cy="3783201"/>
          </a:xfrm>
        </p:spPr>
        <p:txBody>
          <a:bodyPr>
            <a:normAutofit/>
          </a:bodyPr>
          <a:lstStyle/>
          <a:p>
            <a:r>
              <a:rPr sz="1600" dirty="0" err="1"/>
              <a:t>Выполнил</a:t>
            </a:r>
            <a:r>
              <a:rPr sz="1600" dirty="0"/>
              <a:t>: </a:t>
            </a:r>
            <a:endParaRPr lang="ru-RU" sz="1600" dirty="0"/>
          </a:p>
          <a:p>
            <a:r>
              <a:rPr lang="ru-RU" sz="1600" dirty="0"/>
              <a:t>Студент группы ПВ311</a:t>
            </a:r>
          </a:p>
          <a:p>
            <a:r>
              <a:rPr lang="ru-RU" sz="1600" dirty="0"/>
              <a:t>Большаков Н.А.</a:t>
            </a:r>
            <a:endParaRPr sz="1600" dirty="0"/>
          </a:p>
          <a:p>
            <a:r>
              <a:rPr sz="1600" dirty="0" err="1"/>
              <a:t>Научный</a:t>
            </a:r>
            <a:r>
              <a:rPr sz="1600" dirty="0"/>
              <a:t> </a:t>
            </a:r>
            <a:r>
              <a:rPr sz="1600" dirty="0" err="1"/>
              <a:t>руководитель</a:t>
            </a:r>
            <a:r>
              <a:rPr sz="1600" dirty="0"/>
              <a:t>: </a:t>
            </a:r>
            <a:r>
              <a:rPr lang="ru-RU" sz="1600" dirty="0"/>
              <a:t>Шмонин Е.А.</a:t>
            </a:r>
          </a:p>
          <a:p>
            <a:endParaRPr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sz="1600" dirty="0"/>
          </a:p>
          <a:p>
            <a:r>
              <a:rPr sz="1600" dirty="0"/>
              <a:t>Laravel 12 · PHP 8.2 ·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Разработка системы управления заявками (Helpdesk)</a:t>
            </a:r>
          </a:p>
          <a:p>
            <a:r>
              <a:t>Изучение фреймворка Laravel и MVC-архитектуры</a:t>
            </a:r>
          </a:p>
          <a:p>
            <a:r>
              <a:t>Реализация ролевой модели и безопасности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Регистрация</a:t>
            </a:r>
            <a:r>
              <a:rPr dirty="0"/>
              <a:t> и </a:t>
            </a:r>
            <a:r>
              <a:rPr dirty="0" err="1"/>
              <a:t>авторизация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  <a:p>
            <a:r>
              <a:rPr dirty="0" err="1"/>
              <a:t>Создание</a:t>
            </a:r>
            <a:r>
              <a:rPr dirty="0"/>
              <a:t> и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тикетов</a:t>
            </a:r>
            <a:endParaRPr dirty="0"/>
          </a:p>
          <a:p>
            <a:r>
              <a:rPr dirty="0" err="1"/>
              <a:t>Комментарии</a:t>
            </a:r>
            <a:r>
              <a:rPr dirty="0"/>
              <a:t> к </a:t>
            </a:r>
            <a:r>
              <a:rPr dirty="0" err="1"/>
              <a:t>тикетам</a:t>
            </a:r>
            <a:endParaRPr dirty="0"/>
          </a:p>
          <a:p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агентов</a:t>
            </a:r>
            <a:r>
              <a:rPr dirty="0"/>
              <a:t> и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статусами</a:t>
            </a:r>
            <a:endParaRPr lang="ru-RU" dirty="0"/>
          </a:p>
          <a:p>
            <a:pPr lvl="0"/>
            <a:r>
              <a:rPr lang="ru-RU" dirty="0"/>
              <a:t>Изменение статусов </a:t>
            </a:r>
            <a:r>
              <a:rPr lang="ru-RU" dirty="0" err="1"/>
              <a:t>тикетов</a:t>
            </a:r>
            <a:endParaRPr lang="ru-RU" dirty="0"/>
          </a:p>
          <a:p>
            <a:pPr lvl="0"/>
            <a:r>
              <a:rPr lang="en-US"/>
              <a:t>D</a:t>
            </a:r>
            <a:r>
              <a:rPr lang="ru-RU"/>
              <a:t>ashboard</a:t>
            </a:r>
            <a:r>
              <a:rPr lang="ru-RU" dirty="0"/>
              <a:t> со статистикой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Роли пользователей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Пользователь — создание и просмотр своих тикетов</a:t>
            </a:r>
          </a:p>
          <a:p>
            <a:r>
              <a:t>Агент — обработка назначенных заявок</a:t>
            </a:r>
          </a:p>
          <a:p>
            <a:r>
              <a:t>Администратор — управление пользователями и тикетами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MVC (Model–View–Controller)</a:t>
            </a:r>
          </a:p>
          <a:p>
            <a:r>
              <a:t>Laravel Breeze (аутентификация)</a:t>
            </a:r>
          </a:p>
          <a:p>
            <a:r>
              <a:t>Blade + Tailwind + Vite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Диаграмма</a:t>
            </a:r>
            <a:r>
              <a:rPr dirty="0"/>
              <a:t> </a:t>
            </a:r>
            <a:r>
              <a:rPr dirty="0" err="1"/>
              <a:t>классов</a:t>
            </a:r>
            <a:r>
              <a:rPr dirty="0"/>
              <a:t> (</a:t>
            </a:r>
            <a:r>
              <a:rPr dirty="0" err="1"/>
              <a:t>упрощённая</a:t>
            </a:r>
            <a:r>
              <a:rPr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496539" y="1903589"/>
            <a:ext cx="2743200" cy="14005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User</a:t>
            </a:r>
          </a:p>
          <a:p>
            <a:r>
              <a:rPr dirty="0">
                <a:solidFill>
                  <a:schemeClr val="tx1"/>
                </a:solidFill>
              </a:rPr>
              <a:t>- id</a:t>
            </a:r>
          </a:p>
          <a:p>
            <a:r>
              <a:rPr dirty="0">
                <a:solidFill>
                  <a:schemeClr val="tx1"/>
                </a:solidFill>
              </a:rPr>
              <a:t>- name</a:t>
            </a:r>
          </a:p>
          <a:p>
            <a:r>
              <a:rPr dirty="0">
                <a:solidFill>
                  <a:schemeClr val="tx1"/>
                </a:solidFill>
              </a:rPr>
              <a:t>- email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role_id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96539" y="3577734"/>
            <a:ext cx="2743200" cy="16965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Ticket</a:t>
            </a:r>
          </a:p>
          <a:p>
            <a:r>
              <a:t>- id</a:t>
            </a:r>
          </a:p>
          <a:p>
            <a:r>
              <a:t>- subject</a:t>
            </a:r>
          </a:p>
          <a:p>
            <a:r>
              <a:t>- status</a:t>
            </a:r>
          </a:p>
          <a:p>
            <a:r>
              <a:t>- user_id</a:t>
            </a:r>
          </a:p>
          <a:p>
            <a:r>
              <a:t>- agent_id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2722" y="4752249"/>
            <a:ext cx="2743200" cy="14005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Comment</a:t>
            </a:r>
          </a:p>
          <a:p>
            <a:r>
              <a:t>- id</a:t>
            </a:r>
          </a:p>
          <a:p>
            <a:r>
              <a:t>- body</a:t>
            </a:r>
          </a:p>
          <a:p>
            <a:r>
              <a:t>- ticket_id</a:t>
            </a:r>
          </a:p>
          <a:p>
            <a:r>
              <a:t>- user_id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2722" y="3577734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Category</a:t>
            </a:r>
          </a:p>
          <a:p>
            <a:r>
              <a:t>- id</a:t>
            </a:r>
          </a:p>
          <a:p>
            <a:r>
              <a:t>-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2722" y="1903589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Role</a:t>
            </a:r>
          </a:p>
          <a:p>
            <a:r>
              <a:t>- id</a:t>
            </a:r>
          </a:p>
          <a:p>
            <a:r>
              <a:t>-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Диаграмма базы данных (сущности)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710" y="5490882"/>
            <a:ext cx="3040602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users (</a:t>
            </a:r>
            <a:r>
              <a:rPr dirty="0" err="1"/>
              <a:t>role_id</a:t>
            </a:r>
            <a:r>
              <a:rPr dirty="0"/>
              <a:t> → roles.id)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130266"/>
            <a:ext cx="6005744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tickets (</a:t>
            </a:r>
            <a:r>
              <a:rPr dirty="0" err="1"/>
              <a:t>user_id</a:t>
            </a:r>
            <a:r>
              <a:rPr dirty="0"/>
              <a:t> → users.id, </a:t>
            </a:r>
            <a:r>
              <a:rPr dirty="0" err="1"/>
              <a:t>agent_id</a:t>
            </a:r>
            <a:r>
              <a:rPr dirty="0"/>
              <a:t> → users.id)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225975"/>
            <a:ext cx="6005744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comments (</a:t>
            </a:r>
            <a:r>
              <a:rPr dirty="0" err="1"/>
              <a:t>ticket_id</a:t>
            </a:r>
            <a:r>
              <a:rPr dirty="0"/>
              <a:t> → tickets.id, </a:t>
            </a:r>
            <a:r>
              <a:rPr dirty="0" err="1"/>
              <a:t>user_id</a:t>
            </a:r>
            <a:r>
              <a:rPr dirty="0"/>
              <a:t> → users.id)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4557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3981" y="5490882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Аутентификация через Laravel Breeze</a:t>
            </a:r>
          </a:p>
          <a:p>
            <a:r>
              <a:t>Авторизация через Laravel Policy</a:t>
            </a:r>
          </a:p>
          <a:p>
            <a:r>
              <a:t>Защита от доступа к чужим данным (IDOR)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Единый стиль всех страниц</a:t>
            </a:r>
          </a:p>
          <a:p>
            <a:r>
              <a:t>Карточки и таблицы</a:t>
            </a:r>
          </a:p>
          <a:p>
            <a:r>
              <a:t>Адаптивная вёрстка на Tailwind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Полнофункциональная система helpdesk</a:t>
            </a:r>
          </a:p>
          <a:p>
            <a:r>
              <a:t>Реализована ролевая модель</a:t>
            </a:r>
          </a:p>
          <a:p>
            <a:r>
              <a:t>Обеспечена безопасность данных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Возможные улучшения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Уведомления</a:t>
            </a:r>
          </a:p>
          <a:p>
            <a:r>
              <a:t>Приоритеты тикетов</a:t>
            </a:r>
          </a:p>
          <a:p>
            <a:r>
              <a:t>Загрузка файлов</a:t>
            </a:r>
          </a:p>
          <a:p>
            <a:r>
              <a:t>REST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Цели проекта достигнуты</a:t>
            </a:r>
          </a:p>
          <a:p>
            <a:r>
              <a:t>Получен практический опыт работы с Laravel</a:t>
            </a:r>
          </a:p>
          <a:p>
            <a:r>
              <a:t>Проект готов к дальнейшему развитию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289</Words>
  <Application>Microsoft Office PowerPoint</Application>
  <PresentationFormat>Экран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Ион</vt:lpstr>
      <vt:lpstr>Курсовой проект по web на тему: Разработка единой системы поддержки пользователей (Helpdesk System) на основе фреймворка Laravel</vt:lpstr>
      <vt:lpstr>Цель проекта</vt:lpstr>
      <vt:lpstr>Функциональные возможности</vt:lpstr>
      <vt:lpstr>Роли пользователей</vt:lpstr>
      <vt:lpstr>Архитектура проекта</vt:lpstr>
      <vt:lpstr>Диаграмма классов (упрощённая)</vt:lpstr>
      <vt:lpstr>Диаграмма базы данных (сущности)</vt:lpstr>
      <vt:lpstr>Безопасность</vt:lpstr>
      <vt:lpstr>Интерфейс</vt:lpstr>
      <vt:lpstr>Результаты работы</vt:lpstr>
      <vt:lpstr>Возможные улучшения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web на тему: Разработка единой системы поддержки пользователей (Helpdesk System) на основе фреймворка Laravel</dc:title>
  <dc:subject/>
  <dc:creator/>
  <cp:keywords/>
  <dc:description>generated using python-pptx</dc:description>
  <cp:lastModifiedBy>Nikita Bol</cp:lastModifiedBy>
  <cp:revision>4</cp:revision>
  <dcterms:created xsi:type="dcterms:W3CDTF">2013-01-27T09:14:16Z</dcterms:created>
  <dcterms:modified xsi:type="dcterms:W3CDTF">2026-01-15T16:30:53Z</dcterms:modified>
  <cp:category/>
</cp:coreProperties>
</file>